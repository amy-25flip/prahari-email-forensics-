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SIH26106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Email Threat Detection, GeoLocation and Forensic Intelligence Platform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[To be assigned on sih.gov.in]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Cache-Me-Maybe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4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AI-powered email threat detection &amp; forensic intelligence platform: team-trained ML, authentication verification, infrastructure intelligence, and tamper-evident evidence storage for uploaded, pasted, or Gmail-ingested email.</a:t>
            </a:r>
          </a:p>
          <a:p>
            <a:pPr marL="0" indent="0" algn="l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Detects phishing, spoofing, BEC, suspicious URLs &amp; attachments -- authenticated via SPF/DKIM/DMARC/ARC (RFC 8617), a signal most student projects skip.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b="1" dirty="0">
                <a:latin typeface="Arial" pitchFamily="34" charset="0"/>
                <a:cs typeface="Arial" pitchFamily="34" charset="0"/>
              </a:rPr>
              <a:t>Human actor: not claimed. Relay infrastructure: mapped &amp; scored (geo/ASN/hosting/Tor/VPN).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Tamper-evident SHA-256 hash chain + OpenTimestamps (Bitcoin anchoring) -- supports a BSA 2023 Section 63 evidence-integrity certificate.</a:t>
            </a:r>
          </a:p>
          <a:p>
            <a:pPr marL="0" indent="0" algn="l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Innovation &amp; Uniqueness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Detects AI-manipulation attempts embedded in email content (hidden CSS / zero-width Unicode) -- rarely seen in student submissions. 16 patterns, 51 dedicated tests.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Team-trained BERT: 99.32% accuracy / 99.28% F1 / 99.96% ROC-AUC -- validated on a real email the public pretrained model misclassified.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A real analyst workflow: ARC, attribution scoring, live Gmail Pub/Sub ingestion, OpenTimestamps, live-verified Splunk export -- 371 backend tests.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Cache-Me-Maybe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Concrete Investigation Walkthrough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Real email -&gt; BERT verdict (74.3% legitimate) -&gt; Auth/ARC check -&gt; Relay ASN/Country/Tor/AbuseIPDB -&gt; Evidence hash + OpenTimestamps -&gt; Splunk event</a:t>
            </a:r>
          </a:p>
          <a:p>
            <a:pPr marL="0" indent="0" algn="l">
              <a:buNone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Tech Stack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ML &amp; AI-Manipulation Detection: team-fine-tuned BERT; hidden-content DOM walker + zero-width Unicode detection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Email Authentication: SPF, DKIM, DMARC, ARC (RFC 8617)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Threat Intelligence: IP/ASN geolocation, Tor exit-list, AbuseIPDB, PhishTank, VirusTotal (hash + opt-in sandbox)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Forensic Integrity: SHA-256 hash chain, Fernet encryption, OpenTimestamps (Bitcoin anchoring)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Real-Time &amp; SOC: Gmail API + Pub/Sub (live-tested), Gmail Guard extension (unit-tested), Splunk HEC (live-verified)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Platform: ReactJS + FastAPI + Docker; weighted attribution-confidence scoring engine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Cache-Me-Maybe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7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Feasibility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Proven stack: Python, FastAPI, ReactJS, BERT, SPF/DKIM/DMARC/ARC, IP geolocation -- all implemented, not proposed.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Modular: every enrichment module (auth, geo, reputation, ML) upgrades independently.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Core detection runs locally; paid APIs (AbuseIPDB/VirusTotal/Cloud/Splunk) are optional enrichments.</a:t>
            </a:r>
          </a:p>
          <a:p>
            <a:pPr marL="0" indent="0" algn="l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Challenges &amp; Risks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External dependencies (DNS/geolocation) can add delay or downtime.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VPNs/Tor/proxies obscure true origin -- flagged as evidence, never treated as proof of identity.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Real-time Gmail ingestion needs secure IAM/OIDC configuration between Google Cloud and the service.</a:t>
            </a:r>
          </a:p>
          <a:p>
            <a:pPr marL="0" indent="0" algn="l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Strategies to Overcome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Timeout &amp; graceful degradation on every external call. Multi-signal correlation: no single signal decides a verdict alone.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Immutable evidence chain: hash chaining plus independent blockchain anchoring.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371 backend tests, plus real-world validation that caught 2 production bugs the automated suite alone had missed.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Cache-Me-Maybe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7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Target Beneficiaries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SOC Analysts, Cybercrime Units, Email Administrators, Fraud &amp; BEC Investigation Teams.</a:t>
            </a:r>
          </a:p>
          <a:p>
            <a:pPr marL="0" indent="0" algn="l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Quantified Impact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Manual triage steps (header/auth/reputation checks, evidence logging) compressed into one automated pass, seconds per email.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Correlates 8+ security signal classes in one workflow instead of separate manual tools.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99.32% accuracy on a deduplicated held-out test split; real-world validation shown separately, not a generalization claim.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Splunk HEC delivery verified against a live Splunk instance.</a:t>
            </a:r>
          </a:p>
          <a:p>
            <a:pPr marL="0" indent="0" algn="l">
              <a:buNone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Social &amp; Economic Benefits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Strengthens cyber-fraud response capacity for banks, colleges and government email systems.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Earlier detection reduces financial losses from BEC and phishing fraud.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Tamper-evident evidence trails build forensic-readiness for investigation and prosecution.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150" dirty="0">
                <a:latin typeface="Arial" pitchFamily="34" charset="0"/>
                <a:cs typeface="Arial" pitchFamily="34" charset="0"/>
              </a:rPr>
              <a:t>Open-source core lowers the adoption barrier for smaller institutions.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Cache-Me-Maybe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3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RFC 8617 (ARC), IETF 2019 -- cryptographic verification of forwarded-mail integrity; rarely implemented in student email-security projects.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OpenTimestamps (opentimestamps.org) -- Bitcoin-anchored, trust-minimized timestamping; rarely applied to forensic evidence chains in academic prototypes.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RFC 7208 (SPF), RFC 6376 (DKIM), RFC 9989 (DMARC, successor to RFC 7489), RFC 5322 -- IETF core standards this platform implements directly, not just references.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MITRE ATT&amp;CK for Enterprise -- Phishing (T1566) -- standard industry taxonomy used as a reference framework for describing findings.</a:t>
            </a:r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Bharatiya Sakshya Adhiniyam 2023, Section 63 -- India's current electronic-evidence provision (in force since July 2024), succeeding IEA Section 65B.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Cache-Me-Maybe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